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for slide 1: Welcome.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for slide 2: Agenda.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for slide 3: Thank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Welcome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 slide 1 for Phase 4 fixture testing.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 slide 2 for Phase 4 fixture testing.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 slide 3 for Phase 4 fixture testing.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2026-08-23T18:31:37Z</dcterms:created>
  <dcterms:modified xsi:type="dcterms:W3CDTF">2026-08-23T18:31:37Z</dcterms:modified>
</cp:coreProperties>
</file>